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Phishing Awareness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229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800"/>
            </a:pPr>
            <a:r>
              <a:t>Phishing Awareness Training</a:t>
            </a:r>
            <a:br/>
            <a:br/>
            <a:r>
              <a:t>Purpose:</a:t>
            </a:r>
            <a:br/>
            <a:r>
              <a:t>This presentation helps users understand phishing attacks, recognize warning signs, and apply safe online practices.</a:t>
            </a:r>
            <a:br/>
            <a:br/>
            <a:r>
              <a:t>Topics Covered:</a:t>
            </a:r>
            <a:br/>
            <a:r>
              <a:t>• What phishing is</a:t>
            </a:r>
            <a:br/>
            <a:r>
              <a:t>• How phishing attacks work</a:t>
            </a:r>
            <a:br/>
            <a:r>
              <a:t>• Recognizing phishing emails</a:t>
            </a:r>
            <a:br/>
            <a:r>
              <a:t>• Identifying fake websites</a:t>
            </a:r>
            <a:br/>
            <a:r>
              <a:t>• Social engineering tactics</a:t>
            </a:r>
            <a:br/>
            <a:r>
              <a:t>• Real-world examples</a:t>
            </a:r>
            <a:br/>
            <a:r>
              <a:t>• Prevention tips and quizzes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What is Phishing?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229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800"/>
            </a:pPr>
            <a:r>
              <a:t>Phishing is a type of cyberattack where attackers pretend to be trusted organizations or individuals.</a:t>
            </a:r>
            <a:br/>
            <a:br/>
            <a:r>
              <a:t>Goals of attackers:</a:t>
            </a:r>
            <a:br/>
            <a:r>
              <a:t>• Steal usernames and passwords</a:t>
            </a:r>
            <a:br/>
            <a:r>
              <a:t>• Obtain banking and credit card information</a:t>
            </a:r>
            <a:br/>
            <a:r>
              <a:t>• Gain access to company systems</a:t>
            </a:r>
            <a:br/>
            <a:r>
              <a:t>• Collect personal information</a:t>
            </a:r>
            <a:br/>
            <a:br/>
            <a:r>
              <a:t>Common phishing channels:</a:t>
            </a:r>
            <a:br/>
            <a:r>
              <a:t>• Email</a:t>
            </a:r>
            <a:br/>
            <a:r>
              <a:t>• SMS (Smishing)</a:t>
            </a:r>
            <a:br/>
            <a:r>
              <a:t>• Phone calls (Vishing)</a:t>
            </a:r>
            <a:br/>
            <a:r>
              <a:t>• Social media messages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Why Phishing is Dangerous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229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800"/>
            </a:pPr>
            <a:r>
              <a:t>Phishing remains one of the most successful cyberattacks because it targets human behavior.</a:t>
            </a:r>
            <a:br/>
            <a:br/>
            <a:r>
              <a:t>Possible consequences:</a:t>
            </a:r>
            <a:br/>
            <a:r>
              <a:t>• Financial loss</a:t>
            </a:r>
            <a:br/>
            <a:r>
              <a:t>• Identity theft</a:t>
            </a:r>
            <a:br/>
            <a:r>
              <a:t>• Data breaches</a:t>
            </a:r>
            <a:br/>
            <a:r>
              <a:t>• Account compromise</a:t>
            </a:r>
            <a:br/>
            <a:r>
              <a:t>• Malware infections</a:t>
            </a:r>
            <a:br/>
            <a:br/>
            <a:r>
              <a:t>Even experienced users can become victims when attackers create convincing messages.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How Phishing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229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800"/>
            </a:pPr>
            <a:r>
              <a:t>Step 1: Attacker creates a fake message.</a:t>
            </a:r>
            <a:br/>
            <a:r>
              <a:t>Step 2: Victim receives the message.</a:t>
            </a:r>
            <a:br/>
            <a:r>
              <a:t>Step 3: Victim clicks a malicious link or attachment.</a:t>
            </a:r>
            <a:br/>
            <a:r>
              <a:t>Step 4: Credentials or information are collected.</a:t>
            </a:r>
            <a:br/>
            <a:r>
              <a:t>Step 5: Attacker misuses the data.</a:t>
            </a:r>
            <a:br/>
            <a:br/>
            <a:r>
              <a:t>Attackers often imitate banks, government agencies, delivery services, and popular websites.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Recognizing Phishing Emails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229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800"/>
            </a:pPr>
            <a:r>
              <a:t>Warning signs:</a:t>
            </a:r>
            <a:br/>
            <a:r>
              <a:t>• Unknown sender address</a:t>
            </a:r>
            <a:br/>
            <a:r>
              <a:t>• Urgent language</a:t>
            </a:r>
            <a:br/>
            <a:r>
              <a:t>• Threats or pressure</a:t>
            </a:r>
            <a:br/>
            <a:r>
              <a:t>• Spelling and grammar mistakes</a:t>
            </a:r>
            <a:br/>
            <a:r>
              <a:t>• Suspicious attachments</a:t>
            </a:r>
            <a:br/>
            <a:r>
              <a:t>• Requests for sensitive information</a:t>
            </a:r>
            <a:br/>
            <a:br/>
            <a:r>
              <a:t>Example:</a:t>
            </a:r>
            <a:br/>
            <a:r>
              <a:t>'Your account will be suspended today unless you verify immediately.'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Email Example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229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800"/>
            </a:pPr>
            <a:r>
              <a:t>Suspicious Email Elements:</a:t>
            </a:r>
            <a:br/>
            <a:br/>
            <a:r>
              <a:t>From: support-bank123@gmail.com</a:t>
            </a:r>
            <a:br/>
            <a:r>
              <a:t>Subject: Urgent! Verify Your Account Now</a:t>
            </a:r>
            <a:br/>
            <a:br/>
            <a:r>
              <a:t>Problems:</a:t>
            </a:r>
            <a:br/>
            <a:r>
              <a:t>• Unofficial sender address</a:t>
            </a:r>
            <a:br/>
            <a:r>
              <a:t>• Creates fear and urgency</a:t>
            </a:r>
            <a:br/>
            <a:r>
              <a:t>• Contains suspicious links</a:t>
            </a:r>
            <a:br/>
            <a:r>
              <a:t>• Requests confidential information</a:t>
            </a:r>
            <a:br/>
            <a:br/>
            <a:r>
              <a:t>Always verify through official channels.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Fake Websites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229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800"/>
            </a:pPr>
            <a:r>
              <a:t>Fake websites are designed to look like legitimate websites.</a:t>
            </a:r>
            <a:br/>
            <a:br/>
            <a:r>
              <a:t>How to identify them:</a:t>
            </a:r>
            <a:br/>
            <a:r>
              <a:t>• Check URL spelling carefully</a:t>
            </a:r>
            <a:br/>
            <a:r>
              <a:t>• Look for HTTPS</a:t>
            </a:r>
            <a:br/>
            <a:r>
              <a:t>• Examine website quality</a:t>
            </a:r>
            <a:br/>
            <a:r>
              <a:t>• Avoid unexpected pop-ups</a:t>
            </a:r>
            <a:br/>
            <a:r>
              <a:t>• Verify contact information</a:t>
            </a:r>
            <a:br/>
            <a:br/>
            <a:r>
              <a:t>Never enter passwords unless you trust the website.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Social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229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800"/>
            </a:pPr>
            <a:r>
              <a:t>Social engineering manipulates people into making security mistakes.</a:t>
            </a:r>
            <a:br/>
            <a:br/>
            <a:r>
              <a:t>Common tactics:</a:t>
            </a:r>
            <a:br/>
            <a:r>
              <a:t>• Fear</a:t>
            </a:r>
            <a:br/>
            <a:r>
              <a:t>• Urgency</a:t>
            </a:r>
            <a:br/>
            <a:r>
              <a:t>• Authority</a:t>
            </a:r>
            <a:br/>
            <a:r>
              <a:t>• Curiosity</a:t>
            </a:r>
            <a:br/>
            <a:r>
              <a:t>• Rewards</a:t>
            </a:r>
            <a:br/>
            <a:br/>
            <a:r>
              <a:t>Attackers exploit emotions rather than technical vulnerabilities.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Real World Example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229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800"/>
            </a:pPr>
            <a:r>
              <a:t>Google Docs Phishing Attack</a:t>
            </a:r>
            <a:br/>
            <a:br/>
            <a:r>
              <a:t>Attackers sent fake Google Docs invitations.</a:t>
            </a:r>
            <a:br/>
            <a:r>
              <a:t>Victims clicked links and granted access to malicious applications.</a:t>
            </a:r>
            <a:br/>
            <a:br/>
            <a:r>
              <a:t>Lessons Learned:</a:t>
            </a:r>
            <a:br/>
            <a:r>
              <a:t>• Verify the sender</a:t>
            </a:r>
            <a:br/>
            <a:r>
              <a:t>• Review permissions carefully</a:t>
            </a:r>
            <a:br/>
            <a:r>
              <a:t>• Avoid unexpected invitations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Real World Example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229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800"/>
            </a:pPr>
            <a:r>
              <a:t>Banking Phishing Scam</a:t>
            </a:r>
            <a:br/>
            <a:br/>
            <a:r>
              <a:t>Victims received emails claiming suspicious activity.</a:t>
            </a:r>
            <a:br/>
            <a:r>
              <a:t>The email redirected users to a fake login page.</a:t>
            </a:r>
            <a:br/>
            <a:br/>
            <a:r>
              <a:t>Result:</a:t>
            </a:r>
            <a:br/>
            <a:r>
              <a:t>• Credentials stolen</a:t>
            </a:r>
            <a:br/>
            <a:r>
              <a:t>• Unauthorized transactions</a:t>
            </a:r>
            <a:br/>
            <a:br/>
            <a:r>
              <a:t>Best practice:</a:t>
            </a:r>
            <a:br/>
            <a:r>
              <a:t>Visit the official banking website directly.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229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800"/>
            </a:pPr>
            <a:r>
              <a:t>Protect Yourself:</a:t>
            </a:r>
            <a:br/>
            <a:r>
              <a:t>• Verify sender identity</a:t>
            </a:r>
            <a:br/>
            <a:r>
              <a:t>• Hover over links</a:t>
            </a:r>
            <a:br/>
            <a:r>
              <a:t>• Use strong passwords</a:t>
            </a:r>
            <a:br/>
            <a:r>
              <a:t>• Enable Multi-Factor Authentication</a:t>
            </a:r>
            <a:br/>
            <a:r>
              <a:t>• Update software regularly</a:t>
            </a:r>
            <a:br/>
            <a:r>
              <a:t>• Avoid sharing sensitive information</a:t>
            </a:r>
            <a:br/>
            <a:r>
              <a:t>• Report suspicious messages immediately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If You Clicked a Phishing 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229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800"/>
            </a:pPr>
            <a:r>
              <a:t>Immediate Actions:</a:t>
            </a:r>
            <a:br/>
            <a:r>
              <a:t>1. Disconnect from suspicious websites.</a:t>
            </a:r>
            <a:br/>
            <a:r>
              <a:t>2. Change passwords.</a:t>
            </a:r>
            <a:br/>
            <a:r>
              <a:t>3. Enable MFA.</a:t>
            </a:r>
            <a:br/>
            <a:r>
              <a:t>4. Scan your device for malware.</a:t>
            </a:r>
            <a:br/>
            <a:r>
              <a:t>5. Inform your IT department.</a:t>
            </a:r>
            <a:br/>
            <a:r>
              <a:t>6. Monitor financial accounts.</a:t>
            </a:r>
            <a:br/>
            <a:br/>
            <a:r>
              <a:t>Quick action can reduce damage significantly.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229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800"/>
            </a:pPr>
            <a:r>
              <a:t>Question:</a:t>
            </a:r>
            <a:br/>
            <a:r>
              <a:t>Which is the strongest indicator of a phishing email?</a:t>
            </a:r>
            <a:br/>
            <a:br/>
            <a:r>
              <a:t>A. Company logo</a:t>
            </a:r>
            <a:br/>
            <a:r>
              <a:t>B. Personalized greeting</a:t>
            </a:r>
            <a:br/>
            <a:r>
              <a:t>C. Urgent request for sensitive information</a:t>
            </a:r>
            <a:br/>
            <a:r>
              <a:t>D. Professional design</a:t>
            </a:r>
            <a:br/>
            <a:br/>
            <a:r>
              <a:t>Correct Answer: 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229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800"/>
            </a:pPr>
            <a:r>
              <a:t>Question:</a:t>
            </a:r>
            <a:br/>
            <a:r>
              <a:t>Which website is most suspicious?</a:t>
            </a:r>
            <a:br/>
            <a:br/>
            <a:r>
              <a:t>A. www.amazon.com</a:t>
            </a:r>
            <a:br/>
            <a:r>
              <a:t>B. www.amazon-security-login.net</a:t>
            </a:r>
            <a:br/>
            <a:r>
              <a:t>C. account.amazon.com</a:t>
            </a:r>
            <a:br/>
            <a:r>
              <a:t>D. support.amazon.com</a:t>
            </a:r>
            <a:br/>
            <a:br/>
            <a:r>
              <a:t>Correct Answer: 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229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800"/>
            </a:pPr>
            <a:r>
              <a:t>• Think before you click.</a:t>
            </a:r>
            <a:br/>
            <a:r>
              <a:t>• Verify emails and websites.</a:t>
            </a:r>
            <a:br/>
            <a:r>
              <a:t>• Be cautious of urgency and threats.</a:t>
            </a:r>
            <a:br/>
            <a:r>
              <a:t>• Use MFA whenever possible.</a:t>
            </a:r>
            <a:br/>
            <a:r>
              <a:t>• Report suspicious activity.</a:t>
            </a:r>
            <a:br/>
            <a:br/>
            <a:r>
              <a:t>Cybersecurity awareness is the first line of defense against phishing attacks.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